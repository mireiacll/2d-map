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0" r:id="rId4"/>
  </p:sldMasterIdLst>
  <p:notesMasterIdLst>
    <p:notesMasterId r:id="rId7"/>
  </p:notesMasterIdLst>
  <p:sldIdLst>
    <p:sldId id="2767" r:id="rId5"/>
    <p:sldId id="277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5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D05EE-1874-40CA-ACBB-AAFE8CEAEC56}" type="datetimeFigureOut">
              <a:t>4/13/2026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9B9498-FDEE-4498-AC3A-C83DFCC8A50A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776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65C32D-63EE-4133-9108-A2BD34E475D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71621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C2791E5-06A8-47CF-B0F8-238D8A98DD3A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0738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6FCE-24C9-4278-AE9E-0ABD39A3775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4169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24FDE9-DC7C-4650-A2AA-695EFC7BC855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C450F2-3BB4-4AE4-8A35-A9D7AEA4C8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837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10660-BAD1-44D8-9C23-5C88A1A8F01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7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4456-1EEE-4980-941C-4A9E968F86B5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601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B0877-9FC7-4D4A-9954-B78179689751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773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85C1F-3DC8-41BD-A888-D15090A5BE1C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31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F74847A6-4915-4DCE-9792-3249F7265D8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1673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36C08-7E11-4206-8D6F-C5008A7638E7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208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745B6-6146-4FA7-BE23-4E8C60EB6CBC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6864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54472B72-E800-4A97-940B-DD3BDA28818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136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2784" y="2423160"/>
            <a:ext cx="5202936" cy="3858768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lphaLcPeriod"/>
              <a:defRPr lang="en-US" dirty="0"/>
            </a:lvl2pPr>
            <a:lvl3pPr marL="800100" indent="-342900">
              <a:buFont typeface="+mj-lt"/>
              <a:buAutoNum type="romanLcPeriod"/>
              <a:defRPr lang="en-US" dirty="0"/>
            </a:lvl3pPr>
            <a:lvl4pPr marL="914400" indent="-228600">
              <a:buFont typeface="+mj-lt"/>
              <a:buAutoNum type="arabicParenR"/>
              <a:defRPr lang="en-US" dirty="0"/>
            </a:lvl4pPr>
            <a:lvl5pPr marL="1143000" indent="-228600">
              <a:buFont typeface="+mj-lt"/>
              <a:buAutoNum type="alphaLcParenR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29E05-9F4D-41B7-9528-DB9936DEF0D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1028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anchor="b">
            <a:normAutofit/>
          </a:bodyPr>
          <a:lstStyle>
            <a:lvl1pPr algn="l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A9E06FED-92D3-C4D6-28D7-600D842F7AC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1733150" cy="5135804"/>
          </a:xfrm>
          <a:custGeom>
            <a:avLst/>
            <a:gdLst>
              <a:gd name="connsiteX0" fmla="*/ 0 w 11733150"/>
              <a:gd name="connsiteY0" fmla="*/ 0 h 5135804"/>
              <a:gd name="connsiteX1" fmla="*/ 11733150 w 11733150"/>
              <a:gd name="connsiteY1" fmla="*/ 0 h 5135804"/>
              <a:gd name="connsiteX2" fmla="*/ 11733150 w 11733150"/>
              <a:gd name="connsiteY2" fmla="*/ 4533808 h 5135804"/>
              <a:gd name="connsiteX3" fmla="*/ 11131154 w 11733150"/>
              <a:gd name="connsiteY3" fmla="*/ 5135804 h 5135804"/>
              <a:gd name="connsiteX4" fmla="*/ 0 w 11733150"/>
              <a:gd name="connsiteY4" fmla="*/ 5135804 h 5135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5135804">
                <a:moveTo>
                  <a:pt x="0" y="0"/>
                </a:moveTo>
                <a:lnTo>
                  <a:pt x="11733150" y="0"/>
                </a:lnTo>
                <a:lnTo>
                  <a:pt x="11733150" y="4533808"/>
                </a:lnTo>
                <a:cubicBezTo>
                  <a:pt x="11733150" y="4866281"/>
                  <a:pt x="11463627" y="5135804"/>
                  <a:pt x="11131154" y="5135804"/>
                </a:cubicBezTo>
                <a:lnTo>
                  <a:pt x="0" y="51358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1921A07-93EA-409B-8C0E-9CB9DCAB74C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 vert="horz" lIns="91440" tIns="45720" rIns="91440" bIns="45720" rtlCol="0" anchor="ctr"/>
          <a:lstStyle>
            <a:lvl1pPr>
              <a:defRPr lang="en-US" smtClean="0">
                <a:solidFill>
                  <a:schemeClr val="bg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1847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anchor="t">
            <a:normAutofit/>
          </a:bodyPr>
          <a:lstStyle>
            <a:lvl1pPr algn="l">
              <a:defRPr sz="5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3D161DAC-42AF-C3D9-37A1-04B90F30DEE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86160" y="0"/>
            <a:ext cx="6605841" cy="6399152"/>
          </a:xfrm>
          <a:custGeom>
            <a:avLst/>
            <a:gdLst>
              <a:gd name="connsiteX0" fmla="*/ 0 w 6605841"/>
              <a:gd name="connsiteY0" fmla="*/ 0 h 6399152"/>
              <a:gd name="connsiteX1" fmla="*/ 6605841 w 6605841"/>
              <a:gd name="connsiteY1" fmla="*/ 0 h 6399152"/>
              <a:gd name="connsiteX2" fmla="*/ 6605841 w 6605841"/>
              <a:gd name="connsiteY2" fmla="*/ 6399152 h 6399152"/>
              <a:gd name="connsiteX3" fmla="*/ 601995 w 6605841"/>
              <a:gd name="connsiteY3" fmla="*/ 6399152 h 6399152"/>
              <a:gd name="connsiteX4" fmla="*/ 0 w 6605841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5841" h="6399152">
                <a:moveTo>
                  <a:pt x="0" y="0"/>
                </a:moveTo>
                <a:lnTo>
                  <a:pt x="6605841" y="0"/>
                </a:lnTo>
                <a:lnTo>
                  <a:pt x="6605841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2E7FB8A-9096-4D4A-8F17-1B38291FBDD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403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30952" cy="3739896"/>
          </a:xfrm>
        </p:spPr>
        <p:txBody>
          <a:bodyPr anchor="t">
            <a:normAutofit/>
          </a:bodyPr>
          <a:lstStyle>
            <a:lvl1pPr algn="l"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DEE3B02A-3B83-3083-3F07-26E25C6C13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17248" y="0"/>
            <a:ext cx="5674753" cy="6399152"/>
          </a:xfrm>
          <a:custGeom>
            <a:avLst/>
            <a:gdLst>
              <a:gd name="connsiteX0" fmla="*/ 0 w 5674753"/>
              <a:gd name="connsiteY0" fmla="*/ 0 h 6399152"/>
              <a:gd name="connsiteX1" fmla="*/ 5674753 w 5674753"/>
              <a:gd name="connsiteY1" fmla="*/ 0 h 6399152"/>
              <a:gd name="connsiteX2" fmla="*/ 5674753 w 5674753"/>
              <a:gd name="connsiteY2" fmla="*/ 6399152 h 6399152"/>
              <a:gd name="connsiteX3" fmla="*/ 601996 w 5674753"/>
              <a:gd name="connsiteY3" fmla="*/ 6399152 h 6399152"/>
              <a:gd name="connsiteX4" fmla="*/ 0 w 5674753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74753" h="6399152">
                <a:moveTo>
                  <a:pt x="0" y="0"/>
                </a:moveTo>
                <a:lnTo>
                  <a:pt x="5674753" y="0"/>
                </a:lnTo>
                <a:lnTo>
                  <a:pt x="5674753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FFAAA0A8-8FC0-4282-9BFC-0DF8B5C8C49A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3286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anchor="t">
            <a:normAutofit/>
          </a:bodyPr>
          <a:lstStyle>
            <a:lvl1pPr algn="l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D6AB98B-BD95-F9FC-BB22-1A89B6EE3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04503" cy="6399152"/>
          </a:xfrm>
          <a:custGeom>
            <a:avLst/>
            <a:gdLst>
              <a:gd name="connsiteX0" fmla="*/ 0 w 6604503"/>
              <a:gd name="connsiteY0" fmla="*/ 0 h 6399152"/>
              <a:gd name="connsiteX1" fmla="*/ 6604503 w 6604503"/>
              <a:gd name="connsiteY1" fmla="*/ 0 h 6399152"/>
              <a:gd name="connsiteX2" fmla="*/ 6604503 w 6604503"/>
              <a:gd name="connsiteY2" fmla="*/ 5797156 h 6399152"/>
              <a:gd name="connsiteX3" fmla="*/ 6002507 w 6604503"/>
              <a:gd name="connsiteY3" fmla="*/ 6399152 h 6399152"/>
              <a:gd name="connsiteX4" fmla="*/ 0 w 6604503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04503" h="6399152">
                <a:moveTo>
                  <a:pt x="0" y="0"/>
                </a:moveTo>
                <a:lnTo>
                  <a:pt x="6604503" y="0"/>
                </a:lnTo>
                <a:lnTo>
                  <a:pt x="6604503" y="5797156"/>
                </a:lnTo>
                <a:cubicBezTo>
                  <a:pt x="6604503" y="6129629"/>
                  <a:pt x="6334980" y="6399152"/>
                  <a:pt x="6002507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956F777-1047-4221-8EDB-19F67E41821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9114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1006" y="998230"/>
            <a:ext cx="3951469" cy="1947672"/>
          </a:xfrm>
        </p:spPr>
        <p:txBody>
          <a:bodyPr anchor="b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D60ACDC-1760-F721-E270-0D2FC4872D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002464" cy="6399152"/>
          </a:xfrm>
          <a:custGeom>
            <a:avLst/>
            <a:gdLst>
              <a:gd name="connsiteX0" fmla="*/ 0 w 7002464"/>
              <a:gd name="connsiteY0" fmla="*/ 0 h 6399152"/>
              <a:gd name="connsiteX1" fmla="*/ 7002464 w 7002464"/>
              <a:gd name="connsiteY1" fmla="*/ 0 h 6399152"/>
              <a:gd name="connsiteX2" fmla="*/ 7002464 w 7002464"/>
              <a:gd name="connsiteY2" fmla="*/ 5797156 h 6399152"/>
              <a:gd name="connsiteX3" fmla="*/ 6400468 w 7002464"/>
              <a:gd name="connsiteY3" fmla="*/ 6399152 h 6399152"/>
              <a:gd name="connsiteX4" fmla="*/ 0 w 7002464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02464" h="6399152">
                <a:moveTo>
                  <a:pt x="0" y="0"/>
                </a:moveTo>
                <a:lnTo>
                  <a:pt x="7002464" y="0"/>
                </a:lnTo>
                <a:lnTo>
                  <a:pt x="7002464" y="5797156"/>
                </a:lnTo>
                <a:cubicBezTo>
                  <a:pt x="7002464" y="6129629"/>
                  <a:pt x="6732941" y="6399152"/>
                  <a:pt x="6400468" y="6399152"/>
                </a:cubicBezTo>
                <a:lnTo>
                  <a:pt x="0" y="6399152"/>
                </a:lnTo>
                <a:close/>
              </a:path>
            </a:pathLst>
          </a:cu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91007" y="3099815"/>
            <a:ext cx="3951469" cy="3084599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800"/>
            </a:lvl1pPr>
            <a:lvl2pPr marL="571500" indent="-342900">
              <a:buFont typeface="+mj-lt"/>
              <a:buAutoNum type="alphaLcPeriod"/>
              <a:defRPr sz="1600"/>
            </a:lvl2pPr>
            <a:lvl3pPr marL="800100" indent="-342900">
              <a:buFont typeface="+mj-lt"/>
              <a:buAutoNum type="romanLcPeriod"/>
              <a:defRPr sz="1400"/>
            </a:lvl3pPr>
            <a:lvl4pPr marL="914400" indent="-228600">
              <a:buFont typeface="+mj-lt"/>
              <a:buAutoNum type="arabicParenR"/>
              <a:defRPr sz="1200"/>
            </a:lvl4pPr>
            <a:lvl5pPr marL="1143000" indent="-228600">
              <a:buFont typeface="+mj-lt"/>
              <a:buAutoNum type="alphaLcParenR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ABE01F-463E-4240-AE91-97F32D93E70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8163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479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Click to edit Master text styles</a:t>
            </a:r>
          </a:p>
          <a:p>
            <a:pPr marL="2286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Second level</a:t>
            </a:r>
          </a:p>
          <a:p>
            <a:pPr marL="2286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Third level</a:t>
            </a:r>
          </a:p>
          <a:p>
            <a:pPr marL="2286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Fourth level</a:t>
            </a:r>
          </a:p>
          <a:p>
            <a:pPr marL="2286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131313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rPr>
              <a:t>Fifth level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31313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AD835-60C8-4279-855E-E9C4800F201C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164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D55FB-44BC-4C39-9156-797CB9E1011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3170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2F911-824B-4A2F-98DF-C6E402EFE13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397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640079"/>
            <a:ext cx="4032505" cy="3621024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715"/>
            <a:ext cx="5968098" cy="5719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4254D-E30B-40AF-A175-B550243C71B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9609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A0270-163C-42DF-807F-F4CF09CC02C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2227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29450"/>
            <a:ext cx="11924209" cy="6199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AF418-40E1-40D6-AADC-DD9A9B7FD2A3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6298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E823DF8-AABE-3B17-254E-81CD7CA2B5B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4" y="0"/>
            <a:ext cx="6454406" cy="6399152"/>
          </a:xfrm>
          <a:custGeom>
            <a:avLst/>
            <a:gdLst>
              <a:gd name="connsiteX0" fmla="*/ 0 w 6454406"/>
              <a:gd name="connsiteY0" fmla="*/ 0 h 6399152"/>
              <a:gd name="connsiteX1" fmla="*/ 6454406 w 6454406"/>
              <a:gd name="connsiteY1" fmla="*/ 0 h 6399152"/>
              <a:gd name="connsiteX2" fmla="*/ 6454406 w 6454406"/>
              <a:gd name="connsiteY2" fmla="*/ 6399152 h 6399152"/>
              <a:gd name="connsiteX3" fmla="*/ 601995 w 6454406"/>
              <a:gd name="connsiteY3" fmla="*/ 6399152 h 6399152"/>
              <a:gd name="connsiteX4" fmla="*/ 0 w 6454406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6" h="6399152">
                <a:moveTo>
                  <a:pt x="0" y="0"/>
                </a:moveTo>
                <a:lnTo>
                  <a:pt x="6454406" y="0"/>
                </a:lnTo>
                <a:lnTo>
                  <a:pt x="6454406" y="6399152"/>
                </a:lnTo>
                <a:lnTo>
                  <a:pt x="601995" y="6399152"/>
                </a:lnTo>
                <a:cubicBezTo>
                  <a:pt x="269522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EB154-A10D-4EAD-B0D3-2686CEE601D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8124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6F26914B-7405-10AB-A859-8165D7B1A9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"/>
            <a:ext cx="6591300" cy="6410303"/>
          </a:xfrm>
          <a:custGeom>
            <a:avLst/>
            <a:gdLst>
              <a:gd name="connsiteX0" fmla="*/ 0 w 6591300"/>
              <a:gd name="connsiteY0" fmla="*/ 0 h 6410303"/>
              <a:gd name="connsiteX1" fmla="*/ 6591300 w 6591300"/>
              <a:gd name="connsiteY1" fmla="*/ 0 h 6410303"/>
              <a:gd name="connsiteX2" fmla="*/ 6591300 w 6591300"/>
              <a:gd name="connsiteY2" fmla="*/ 5807073 h 6410303"/>
              <a:gd name="connsiteX3" fmla="*/ 5988070 w 6591300"/>
              <a:gd name="connsiteY3" fmla="*/ 6410303 h 6410303"/>
              <a:gd name="connsiteX4" fmla="*/ 0 w 6591300"/>
              <a:gd name="connsiteY4" fmla="*/ 6410303 h 6410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410303">
                <a:moveTo>
                  <a:pt x="0" y="0"/>
                </a:moveTo>
                <a:lnTo>
                  <a:pt x="6591300" y="0"/>
                </a:lnTo>
                <a:lnTo>
                  <a:pt x="6591300" y="5807073"/>
                </a:lnTo>
                <a:cubicBezTo>
                  <a:pt x="6591300" y="6140228"/>
                  <a:pt x="6321225" y="6410303"/>
                  <a:pt x="5988070" y="6410303"/>
                </a:cubicBezTo>
                <a:lnTo>
                  <a:pt x="0" y="6410303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347396-53EC-4909-9CC1-4038CF93EB9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250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58FA1BA0-D099-705F-F85E-3FBC782F76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02843" y="2"/>
            <a:ext cx="7689157" cy="6399151"/>
          </a:xfrm>
          <a:custGeom>
            <a:avLst/>
            <a:gdLst>
              <a:gd name="connsiteX0" fmla="*/ 0 w 7689157"/>
              <a:gd name="connsiteY0" fmla="*/ 0 h 6399151"/>
              <a:gd name="connsiteX1" fmla="*/ 7689157 w 7689157"/>
              <a:gd name="connsiteY1" fmla="*/ 0 h 6399151"/>
              <a:gd name="connsiteX2" fmla="*/ 7689157 w 7689157"/>
              <a:gd name="connsiteY2" fmla="*/ 6399151 h 6399151"/>
              <a:gd name="connsiteX3" fmla="*/ 601997 w 7689157"/>
              <a:gd name="connsiteY3" fmla="*/ 6399151 h 6399151"/>
              <a:gd name="connsiteX4" fmla="*/ 0 w 7689157"/>
              <a:gd name="connsiteY4" fmla="*/ 5797155 h 63991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1">
                <a:moveTo>
                  <a:pt x="0" y="0"/>
                </a:moveTo>
                <a:lnTo>
                  <a:pt x="7689157" y="0"/>
                </a:lnTo>
                <a:lnTo>
                  <a:pt x="7689157" y="6399151"/>
                </a:lnTo>
                <a:lnTo>
                  <a:pt x="601997" y="6399151"/>
                </a:lnTo>
                <a:cubicBezTo>
                  <a:pt x="269523" y="6399151"/>
                  <a:pt x="0" y="6129628"/>
                  <a:pt x="0" y="5797155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8E59098-1FCC-4EDB-8CD5-A2765AD0BB3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7602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F44EE1A0-D83B-FE6C-4495-F55C5070D5D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0866996-864E-44EE-AA04-2CCB121E0774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7172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96DEB7-ADC8-3E90-7A63-F11D6535D0E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3806246"/>
          </a:xfrm>
          <a:custGeom>
            <a:avLst/>
            <a:gdLst>
              <a:gd name="connsiteX0" fmla="*/ 0 w 11733150"/>
              <a:gd name="connsiteY0" fmla="*/ 0 h 3806246"/>
              <a:gd name="connsiteX1" fmla="*/ 11733150 w 11733150"/>
              <a:gd name="connsiteY1" fmla="*/ 0 h 3806246"/>
              <a:gd name="connsiteX2" fmla="*/ 11733150 w 11733150"/>
              <a:gd name="connsiteY2" fmla="*/ 3204250 h 3806246"/>
              <a:gd name="connsiteX3" fmla="*/ 11131154 w 11733150"/>
              <a:gd name="connsiteY3" fmla="*/ 3806246 h 3806246"/>
              <a:gd name="connsiteX4" fmla="*/ 0 w 11733150"/>
              <a:gd name="connsiteY4" fmla="*/ 3806246 h 3806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33150" h="3806246">
                <a:moveTo>
                  <a:pt x="0" y="0"/>
                </a:moveTo>
                <a:lnTo>
                  <a:pt x="11733150" y="0"/>
                </a:lnTo>
                <a:lnTo>
                  <a:pt x="11733150" y="3204250"/>
                </a:lnTo>
                <a:cubicBezTo>
                  <a:pt x="11733150" y="3536723"/>
                  <a:pt x="11463627" y="3806246"/>
                  <a:pt x="11131154" y="3806246"/>
                </a:cubicBezTo>
                <a:lnTo>
                  <a:pt x="0" y="380624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650E1C-6C33-4E5A-9C37-B18B76C05F1B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4395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0558516-7088-BB33-D6DC-15ED4C60CB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41960" y="3067414"/>
            <a:ext cx="11750040" cy="3790586"/>
          </a:xfrm>
          <a:custGeom>
            <a:avLst/>
            <a:gdLst>
              <a:gd name="connsiteX0" fmla="*/ 603695 w 11750040"/>
              <a:gd name="connsiteY0" fmla="*/ 0 h 3790586"/>
              <a:gd name="connsiteX1" fmla="*/ 11750040 w 11750040"/>
              <a:gd name="connsiteY1" fmla="*/ 0 h 3790586"/>
              <a:gd name="connsiteX2" fmla="*/ 11750040 w 11750040"/>
              <a:gd name="connsiteY2" fmla="*/ 3790586 h 3790586"/>
              <a:gd name="connsiteX3" fmla="*/ 0 w 11750040"/>
              <a:gd name="connsiteY3" fmla="*/ 3790586 h 3790586"/>
              <a:gd name="connsiteX4" fmla="*/ 0 w 11750040"/>
              <a:gd name="connsiteY4" fmla="*/ 603695 h 3790586"/>
              <a:gd name="connsiteX5" fmla="*/ 603695 w 11750040"/>
              <a:gd name="connsiteY5" fmla="*/ 0 h 3790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750040" h="3790586">
                <a:moveTo>
                  <a:pt x="603695" y="0"/>
                </a:moveTo>
                <a:lnTo>
                  <a:pt x="11750040" y="0"/>
                </a:lnTo>
                <a:lnTo>
                  <a:pt x="11750040" y="3790586"/>
                </a:lnTo>
                <a:lnTo>
                  <a:pt x="0" y="3790586"/>
                </a:lnTo>
                <a:lnTo>
                  <a:pt x="0" y="603695"/>
                </a:lnTo>
                <a:cubicBezTo>
                  <a:pt x="0" y="270283"/>
                  <a:pt x="270283" y="0"/>
                  <a:pt x="603695" y="0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40460"/>
            <a:ext cx="3494314" cy="338328"/>
          </a:xfrm>
        </p:spPr>
        <p:txBody>
          <a:bodyPr/>
          <a:lstStyle/>
          <a:p>
            <a:fld id="{268AD81D-ABEC-41DF-90B8-C8C950493824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40460"/>
            <a:ext cx="2805405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40460"/>
            <a:ext cx="429207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155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8073E866-A871-62F7-1E54-F2A44278F8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7734300" cy="6399152"/>
          </a:xfrm>
          <a:custGeom>
            <a:avLst/>
            <a:gdLst>
              <a:gd name="connsiteX0" fmla="*/ 0 w 7734300"/>
              <a:gd name="connsiteY0" fmla="*/ 0 h 6399152"/>
              <a:gd name="connsiteX1" fmla="*/ 7734300 w 7734300"/>
              <a:gd name="connsiteY1" fmla="*/ 0 h 6399152"/>
              <a:gd name="connsiteX2" fmla="*/ 7734300 w 7734300"/>
              <a:gd name="connsiteY2" fmla="*/ 5797156 h 6399152"/>
              <a:gd name="connsiteX3" fmla="*/ 7132304 w 7734300"/>
              <a:gd name="connsiteY3" fmla="*/ 6399152 h 6399152"/>
              <a:gd name="connsiteX4" fmla="*/ 0 w 7734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34300" h="6399152">
                <a:moveTo>
                  <a:pt x="0" y="0"/>
                </a:moveTo>
                <a:lnTo>
                  <a:pt x="7734300" y="0"/>
                </a:lnTo>
                <a:lnTo>
                  <a:pt x="7734300" y="5797156"/>
                </a:lnTo>
                <a:cubicBezTo>
                  <a:pt x="7734300" y="6129629"/>
                  <a:pt x="7464777" y="6399152"/>
                  <a:pt x="7132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628650" indent="-171450">
              <a:buFont typeface="Arial" panose="020B0604020202020204" pitchFamily="34" charset="0"/>
              <a:buChar char="•"/>
              <a:defRPr sz="1200"/>
            </a:lvl3pPr>
            <a:lvl4pPr marL="857250" indent="-171450">
              <a:buFont typeface="Arial" panose="020B0604020202020204" pitchFamily="34" charset="0"/>
              <a:buChar char="•"/>
              <a:defRPr sz="1100"/>
            </a:lvl4pPr>
            <a:lvl5pPr marL="1085850" indent="-171450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8791641-C1ED-415C-8ADC-8828ADE9ACB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2712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111854"/>
            <a:ext cx="3945468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84372" y="5111854"/>
            <a:ext cx="6168356" cy="1389888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15B30A2-D0D1-DED2-1133-A673CEA16AE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1750040" cy="4724868"/>
          </a:xfrm>
          <a:custGeom>
            <a:avLst/>
            <a:gdLst>
              <a:gd name="connsiteX0" fmla="*/ 0 w 11750040"/>
              <a:gd name="connsiteY0" fmla="*/ 0 h 4724868"/>
              <a:gd name="connsiteX1" fmla="*/ 11750040 w 11750040"/>
              <a:gd name="connsiteY1" fmla="*/ 0 h 4724868"/>
              <a:gd name="connsiteX2" fmla="*/ 11750040 w 11750040"/>
              <a:gd name="connsiteY2" fmla="*/ 4122872 h 4724868"/>
              <a:gd name="connsiteX3" fmla="*/ 11148044 w 11750040"/>
              <a:gd name="connsiteY3" fmla="*/ 4724868 h 4724868"/>
              <a:gd name="connsiteX4" fmla="*/ 0 w 11750040"/>
              <a:gd name="connsiteY4" fmla="*/ 4724868 h 472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750040" h="4724868">
                <a:moveTo>
                  <a:pt x="0" y="0"/>
                </a:moveTo>
                <a:lnTo>
                  <a:pt x="11750040" y="0"/>
                </a:lnTo>
                <a:lnTo>
                  <a:pt x="11750040" y="4122872"/>
                </a:lnTo>
                <a:cubicBezTo>
                  <a:pt x="11750040" y="4455345"/>
                  <a:pt x="11480517" y="4724868"/>
                  <a:pt x="11148044" y="4724868"/>
                </a:cubicBezTo>
                <a:lnTo>
                  <a:pt x="0" y="4724868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27B6E-C607-4258-96BF-DE7EED0A69C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6097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C1AB8ED2-AD91-CB22-5624-BD41AB32529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844052" cy="6399152"/>
          </a:xfrm>
          <a:custGeom>
            <a:avLst/>
            <a:gdLst>
              <a:gd name="connsiteX0" fmla="*/ 0 w 4844052"/>
              <a:gd name="connsiteY0" fmla="*/ 0 h 6399152"/>
              <a:gd name="connsiteX1" fmla="*/ 4844052 w 4844052"/>
              <a:gd name="connsiteY1" fmla="*/ 0 h 6399152"/>
              <a:gd name="connsiteX2" fmla="*/ 4844052 w 4844052"/>
              <a:gd name="connsiteY2" fmla="*/ 5795922 h 6399152"/>
              <a:gd name="connsiteX3" fmla="*/ 4240822 w 4844052"/>
              <a:gd name="connsiteY3" fmla="*/ 6399152 h 6399152"/>
              <a:gd name="connsiteX4" fmla="*/ 0 w 4844052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44052" h="6399152">
                <a:moveTo>
                  <a:pt x="0" y="0"/>
                </a:moveTo>
                <a:lnTo>
                  <a:pt x="4844052" y="0"/>
                </a:lnTo>
                <a:lnTo>
                  <a:pt x="4844052" y="5795922"/>
                </a:lnTo>
                <a:cubicBezTo>
                  <a:pt x="4844052" y="6129077"/>
                  <a:pt x="4573977" y="6399152"/>
                  <a:pt x="4240822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3B9234DF-8584-4FD6-A75D-31609BD7243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362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D436AA50-FCF9-9A32-68F8-A124C794908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353304" y="0"/>
            <a:ext cx="4838696" cy="6399152"/>
          </a:xfrm>
          <a:custGeom>
            <a:avLst/>
            <a:gdLst>
              <a:gd name="connsiteX0" fmla="*/ 0 w 4838696"/>
              <a:gd name="connsiteY0" fmla="*/ 0 h 6399152"/>
              <a:gd name="connsiteX1" fmla="*/ 4838696 w 4838696"/>
              <a:gd name="connsiteY1" fmla="*/ 0 h 6399152"/>
              <a:gd name="connsiteX2" fmla="*/ 4838696 w 4838696"/>
              <a:gd name="connsiteY2" fmla="*/ 6399152 h 6399152"/>
              <a:gd name="connsiteX3" fmla="*/ 603230 w 4838696"/>
              <a:gd name="connsiteY3" fmla="*/ 6399152 h 6399152"/>
              <a:gd name="connsiteX4" fmla="*/ 0 w 4838696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38696" h="6399152">
                <a:moveTo>
                  <a:pt x="0" y="0"/>
                </a:moveTo>
                <a:lnTo>
                  <a:pt x="4838696" y="0"/>
                </a:lnTo>
                <a:lnTo>
                  <a:pt x="4838696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2502-0B71-47DD-B623-812D9E6CE49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9440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6B8A8E1B-B99E-8C69-154E-2FAADB07D51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591300" cy="6399152"/>
          </a:xfrm>
          <a:custGeom>
            <a:avLst/>
            <a:gdLst>
              <a:gd name="connsiteX0" fmla="*/ 0 w 6591300"/>
              <a:gd name="connsiteY0" fmla="*/ 0 h 6399152"/>
              <a:gd name="connsiteX1" fmla="*/ 6591300 w 6591300"/>
              <a:gd name="connsiteY1" fmla="*/ 0 h 6399152"/>
              <a:gd name="connsiteX2" fmla="*/ 6591300 w 6591300"/>
              <a:gd name="connsiteY2" fmla="*/ 5797156 h 6399152"/>
              <a:gd name="connsiteX3" fmla="*/ 5989304 w 6591300"/>
              <a:gd name="connsiteY3" fmla="*/ 6399152 h 6399152"/>
              <a:gd name="connsiteX4" fmla="*/ 0 w 6591300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91300" h="6399152">
                <a:moveTo>
                  <a:pt x="0" y="0"/>
                </a:moveTo>
                <a:lnTo>
                  <a:pt x="6591300" y="0"/>
                </a:lnTo>
                <a:lnTo>
                  <a:pt x="6591300" y="5797156"/>
                </a:lnTo>
                <a:cubicBezTo>
                  <a:pt x="6591300" y="6129629"/>
                  <a:pt x="6321777" y="6399152"/>
                  <a:pt x="5989304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49B1CAB-E8CA-4A0B-A9A4-575C9FAA8BF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88665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BD82EEA-7278-1A73-C95C-473F75B5404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37593" y="0"/>
            <a:ext cx="6454407" cy="6399152"/>
          </a:xfrm>
          <a:custGeom>
            <a:avLst/>
            <a:gdLst>
              <a:gd name="connsiteX0" fmla="*/ 0 w 6454407"/>
              <a:gd name="connsiteY0" fmla="*/ 0 h 6399152"/>
              <a:gd name="connsiteX1" fmla="*/ 6454407 w 6454407"/>
              <a:gd name="connsiteY1" fmla="*/ 0 h 6399152"/>
              <a:gd name="connsiteX2" fmla="*/ 6454407 w 6454407"/>
              <a:gd name="connsiteY2" fmla="*/ 6399152 h 6399152"/>
              <a:gd name="connsiteX3" fmla="*/ 601996 w 6454407"/>
              <a:gd name="connsiteY3" fmla="*/ 6399152 h 6399152"/>
              <a:gd name="connsiteX4" fmla="*/ 0 w 6454407"/>
              <a:gd name="connsiteY4" fmla="*/ 5797156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54407" h="6399152">
                <a:moveTo>
                  <a:pt x="0" y="0"/>
                </a:moveTo>
                <a:lnTo>
                  <a:pt x="6454407" y="0"/>
                </a:lnTo>
                <a:lnTo>
                  <a:pt x="6454407" y="6399152"/>
                </a:lnTo>
                <a:lnTo>
                  <a:pt x="601996" y="6399152"/>
                </a:lnTo>
                <a:cubicBezTo>
                  <a:pt x="269523" y="6399152"/>
                  <a:pt x="0" y="6129629"/>
                  <a:pt x="0" y="5797156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C9F75-7026-415E-8400-5A012EC3AAA3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7144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22D85-D675-737B-9F54-B9D7FC81919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1828800"/>
            <a:ext cx="6707699" cy="5029200"/>
          </a:xfrm>
          <a:custGeom>
            <a:avLst/>
            <a:gdLst>
              <a:gd name="connsiteX0" fmla="*/ 0 w 6707699"/>
              <a:gd name="connsiteY0" fmla="*/ 0 h 5029200"/>
              <a:gd name="connsiteX1" fmla="*/ 6129259 w 6707699"/>
              <a:gd name="connsiteY1" fmla="*/ 0 h 5029200"/>
              <a:gd name="connsiteX2" fmla="*/ 6707699 w 6707699"/>
              <a:gd name="connsiteY2" fmla="*/ 578440 h 5029200"/>
              <a:gd name="connsiteX3" fmla="*/ 6707699 w 6707699"/>
              <a:gd name="connsiteY3" fmla="*/ 5029200 h 5029200"/>
              <a:gd name="connsiteX4" fmla="*/ 0 w 6707699"/>
              <a:gd name="connsiteY4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07699" h="5029200">
                <a:moveTo>
                  <a:pt x="0" y="0"/>
                </a:moveTo>
                <a:lnTo>
                  <a:pt x="6129259" y="0"/>
                </a:lnTo>
                <a:cubicBezTo>
                  <a:pt x="6448723" y="0"/>
                  <a:pt x="6707699" y="258976"/>
                  <a:pt x="6707699" y="578440"/>
                </a:cubicBezTo>
                <a:lnTo>
                  <a:pt x="6707699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89302" y="1828800"/>
            <a:ext cx="4196146" cy="45037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89302" y="6492240"/>
            <a:ext cx="1280160" cy="338328"/>
          </a:xfrm>
        </p:spPr>
        <p:txBody>
          <a:bodyPr/>
          <a:lstStyle/>
          <a:p>
            <a:fld id="{BC5A95C0-AC4F-4C47-A7E5-46F23F95FC8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462" y="6492240"/>
            <a:ext cx="288855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78622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1B32E518-8213-A79A-7E36-BA4D782F8ED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4147926" cy="6399152"/>
          </a:xfrm>
          <a:custGeom>
            <a:avLst/>
            <a:gdLst>
              <a:gd name="connsiteX0" fmla="*/ 0 w 4147926"/>
              <a:gd name="connsiteY0" fmla="*/ 0 h 6399152"/>
              <a:gd name="connsiteX1" fmla="*/ 4147926 w 4147926"/>
              <a:gd name="connsiteY1" fmla="*/ 0 h 6399152"/>
              <a:gd name="connsiteX2" fmla="*/ 4147926 w 4147926"/>
              <a:gd name="connsiteY2" fmla="*/ 5795922 h 6399152"/>
              <a:gd name="connsiteX3" fmla="*/ 3544696 w 4147926"/>
              <a:gd name="connsiteY3" fmla="*/ 6399152 h 6399152"/>
              <a:gd name="connsiteX4" fmla="*/ 0 w 4147926"/>
              <a:gd name="connsiteY4" fmla="*/ 639915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7926" h="6399152">
                <a:moveTo>
                  <a:pt x="0" y="0"/>
                </a:moveTo>
                <a:lnTo>
                  <a:pt x="4147926" y="0"/>
                </a:lnTo>
                <a:lnTo>
                  <a:pt x="4147926" y="5795922"/>
                </a:lnTo>
                <a:cubicBezTo>
                  <a:pt x="4147926" y="6129077"/>
                  <a:pt x="3877851" y="6399152"/>
                  <a:pt x="3544696" y="6399152"/>
                </a:cubicBezTo>
                <a:lnTo>
                  <a:pt x="0" y="6399152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7B52D4-14D0-4264-9CD0-01E659A855E2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114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22444857-0BC3-ACAE-DBB1-5D530AA35E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46768" y="0"/>
            <a:ext cx="4145232" cy="6399152"/>
          </a:xfrm>
          <a:custGeom>
            <a:avLst/>
            <a:gdLst>
              <a:gd name="connsiteX0" fmla="*/ 0 w 4145232"/>
              <a:gd name="connsiteY0" fmla="*/ 0 h 6399152"/>
              <a:gd name="connsiteX1" fmla="*/ 4145232 w 4145232"/>
              <a:gd name="connsiteY1" fmla="*/ 0 h 6399152"/>
              <a:gd name="connsiteX2" fmla="*/ 4145232 w 4145232"/>
              <a:gd name="connsiteY2" fmla="*/ 6399152 h 6399152"/>
              <a:gd name="connsiteX3" fmla="*/ 603230 w 4145232"/>
              <a:gd name="connsiteY3" fmla="*/ 6399152 h 6399152"/>
              <a:gd name="connsiteX4" fmla="*/ 0 w 4145232"/>
              <a:gd name="connsiteY4" fmla="*/ 579592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32" h="6399152">
                <a:moveTo>
                  <a:pt x="0" y="0"/>
                </a:moveTo>
                <a:lnTo>
                  <a:pt x="4145232" y="0"/>
                </a:lnTo>
                <a:lnTo>
                  <a:pt x="4145232" y="6399152"/>
                </a:lnTo>
                <a:lnTo>
                  <a:pt x="603230" y="6399152"/>
                </a:lnTo>
                <a:cubicBezTo>
                  <a:pt x="270075" y="6399152"/>
                  <a:pt x="0" y="6129077"/>
                  <a:pt x="0" y="579592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ED3CC-61A7-4F32-8D8C-3238A2AD6F0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6546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202BC3A-8633-9F03-1586-99447DA1CFF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6"/>
            <a:ext cx="5285232" cy="4564504"/>
          </a:xfrm>
          <a:custGeom>
            <a:avLst/>
            <a:gdLst>
              <a:gd name="connsiteX0" fmla="*/ 0 w 5285232"/>
              <a:gd name="connsiteY0" fmla="*/ 0 h 4564504"/>
              <a:gd name="connsiteX1" fmla="*/ 4706792 w 5285232"/>
              <a:gd name="connsiteY1" fmla="*/ 0 h 4564504"/>
              <a:gd name="connsiteX2" fmla="*/ 5285232 w 5285232"/>
              <a:gd name="connsiteY2" fmla="*/ 578440 h 4564504"/>
              <a:gd name="connsiteX3" fmla="*/ 5285232 w 5285232"/>
              <a:gd name="connsiteY3" fmla="*/ 4564504 h 4564504"/>
              <a:gd name="connsiteX4" fmla="*/ 0 w 5285232"/>
              <a:gd name="connsiteY4" fmla="*/ 4564504 h 4564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5232" h="4564504">
                <a:moveTo>
                  <a:pt x="0" y="0"/>
                </a:moveTo>
                <a:lnTo>
                  <a:pt x="4706792" y="0"/>
                </a:lnTo>
                <a:cubicBezTo>
                  <a:pt x="5026256" y="0"/>
                  <a:pt x="5285232" y="258976"/>
                  <a:pt x="5285232" y="578440"/>
                </a:cubicBezTo>
                <a:lnTo>
                  <a:pt x="5285232" y="4564504"/>
                </a:lnTo>
                <a:lnTo>
                  <a:pt x="0" y="4564504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0" y="6492240"/>
            <a:ext cx="2651760" cy="338328"/>
          </a:xfrm>
        </p:spPr>
        <p:txBody>
          <a:bodyPr/>
          <a:lstStyle/>
          <a:p>
            <a:fld id="{01367C22-F4EA-409B-8211-8EE28F1768FA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955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E211327B-3880-6494-1C8F-EEE1BF913B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2293494"/>
            <a:ext cx="4176819" cy="4564506"/>
          </a:xfrm>
          <a:custGeom>
            <a:avLst/>
            <a:gdLst>
              <a:gd name="connsiteX0" fmla="*/ 0 w 4176819"/>
              <a:gd name="connsiteY0" fmla="*/ 0 h 4564506"/>
              <a:gd name="connsiteX1" fmla="*/ 3598379 w 4176819"/>
              <a:gd name="connsiteY1" fmla="*/ 0 h 4564506"/>
              <a:gd name="connsiteX2" fmla="*/ 4176819 w 4176819"/>
              <a:gd name="connsiteY2" fmla="*/ 578440 h 4564506"/>
              <a:gd name="connsiteX3" fmla="*/ 4176819 w 4176819"/>
              <a:gd name="connsiteY3" fmla="*/ 4564506 h 4564506"/>
              <a:gd name="connsiteX4" fmla="*/ 0 w 4176819"/>
              <a:gd name="connsiteY4" fmla="*/ 4564506 h 4564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19" h="4564506">
                <a:moveTo>
                  <a:pt x="0" y="0"/>
                </a:moveTo>
                <a:lnTo>
                  <a:pt x="3598379" y="0"/>
                </a:lnTo>
                <a:cubicBezTo>
                  <a:pt x="3917843" y="0"/>
                  <a:pt x="4176819" y="258976"/>
                  <a:pt x="4176819" y="578440"/>
                </a:cubicBezTo>
                <a:lnTo>
                  <a:pt x="4176819" y="4564506"/>
                </a:lnTo>
                <a:lnTo>
                  <a:pt x="0" y="4564506"/>
                </a:ln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15073" y="6492240"/>
            <a:ext cx="2843784" cy="338328"/>
          </a:xfrm>
        </p:spPr>
        <p:txBody>
          <a:bodyPr/>
          <a:lstStyle/>
          <a:p>
            <a:fld id="{EDCF0ECF-ADF6-4A1E-AC47-07B1AF22895C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32620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776" y="603504"/>
            <a:ext cx="11201400" cy="4206240"/>
          </a:xfrm>
        </p:spPr>
        <p:txBody>
          <a:bodyPr>
            <a:normAutofit/>
          </a:bodyPr>
          <a:lstStyle>
            <a:lvl1pPr algn="ctr">
              <a:defRPr sz="27800"/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85047-D83B-4CBC-B382-99B4652369DA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89888" y="4809744"/>
            <a:ext cx="9345168" cy="1225296"/>
          </a:xfrm>
        </p:spPr>
        <p:txBody>
          <a:bodyPr>
            <a:normAutofit/>
          </a:bodyPr>
          <a:lstStyle>
            <a:lvl1pPr marL="0" indent="0" algn="ctr">
              <a:buNone/>
              <a:defRPr sz="2800" cap="all" baseline="0"/>
            </a:lvl1pPr>
            <a:lvl2pPr marL="228600" indent="0" algn="ctr">
              <a:buNone/>
              <a:defRPr sz="2400" cap="all" baseline="0"/>
            </a:lvl2pPr>
            <a:lvl3pPr marL="457200" indent="0" algn="ctr">
              <a:buNone/>
              <a:defRPr sz="2000" cap="all" baseline="0"/>
            </a:lvl3pPr>
            <a:lvl4pPr marL="685800" indent="0" algn="ctr">
              <a:buNone/>
              <a:defRPr sz="1800" cap="all" baseline="0"/>
            </a:lvl4pPr>
            <a:lvl5pPr marL="914400" indent="0" algn="ctr">
              <a:buNone/>
              <a:defRPr sz="1600" cap="all" baseline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1740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A3712D-D7D4-403D-A209-BF5EC4A3587F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490472"/>
          </a:xfrm>
        </p:spPr>
        <p:txBody>
          <a:bodyPr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0170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193DB7D-955F-21DF-15DA-4285375617FC}"/>
              </a:ext>
            </a:extLst>
          </p:cNvPr>
          <p:cNvSpPr/>
          <p:nvPr userDrawn="1"/>
        </p:nvSpPr>
        <p:spPr>
          <a:xfrm>
            <a:off x="1" y="4783948"/>
            <a:ext cx="11762231" cy="2074052"/>
          </a:xfrm>
          <a:custGeom>
            <a:avLst/>
            <a:gdLst>
              <a:gd name="connsiteX0" fmla="*/ 0 w 11762231"/>
              <a:gd name="connsiteY0" fmla="*/ 0 h 2074052"/>
              <a:gd name="connsiteX1" fmla="*/ 112775 w 11762231"/>
              <a:gd name="connsiteY1" fmla="*/ 0 h 2074052"/>
              <a:gd name="connsiteX2" fmla="*/ 11102489 w 11762231"/>
              <a:gd name="connsiteY2" fmla="*/ 0 h 2074052"/>
              <a:gd name="connsiteX3" fmla="*/ 11437005 w 11762231"/>
              <a:gd name="connsiteY3" fmla="*/ 0 h 2074052"/>
              <a:gd name="connsiteX4" fmla="*/ 11762231 w 11762231"/>
              <a:gd name="connsiteY4" fmla="*/ 325226 h 2074052"/>
              <a:gd name="connsiteX5" fmla="*/ 11762231 w 11762231"/>
              <a:gd name="connsiteY5" fmla="*/ 2074052 h 2074052"/>
              <a:gd name="connsiteX6" fmla="*/ 11427715 w 11762231"/>
              <a:gd name="connsiteY6" fmla="*/ 2074052 h 2074052"/>
              <a:gd name="connsiteX7" fmla="*/ 112775 w 11762231"/>
              <a:gd name="connsiteY7" fmla="*/ 2074052 h 2074052"/>
              <a:gd name="connsiteX8" fmla="*/ 0 w 11762231"/>
              <a:gd name="connsiteY8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762231" h="2074052">
                <a:moveTo>
                  <a:pt x="0" y="0"/>
                </a:moveTo>
                <a:lnTo>
                  <a:pt x="112775" y="0"/>
                </a:lnTo>
                <a:lnTo>
                  <a:pt x="11102489" y="0"/>
                </a:lnTo>
                <a:lnTo>
                  <a:pt x="11437005" y="0"/>
                </a:lnTo>
                <a:cubicBezTo>
                  <a:pt x="11616622" y="0"/>
                  <a:pt x="11762231" y="145609"/>
                  <a:pt x="11762231" y="325226"/>
                </a:cubicBezTo>
                <a:lnTo>
                  <a:pt x="11762231" y="2074052"/>
                </a:lnTo>
                <a:lnTo>
                  <a:pt x="11427715" y="2074052"/>
                </a:lnTo>
                <a:lnTo>
                  <a:pt x="112775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96" y="420624"/>
            <a:ext cx="11100816" cy="4334256"/>
          </a:xfrm>
        </p:spPr>
        <p:txBody>
          <a:bodyPr>
            <a:normAutofit/>
          </a:bodyPr>
          <a:lstStyle>
            <a:lvl1pPr algn="l">
              <a:defRPr sz="278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861EEC7-BE98-4A95-805B-FF027B01800D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0768" y="6492240"/>
            <a:ext cx="266090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3112" y="6492240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1792" y="4873752"/>
            <a:ext cx="8439912" cy="1589420"/>
          </a:xfrm>
        </p:spPr>
        <p:txBody>
          <a:bodyPr anchor="ctr">
            <a:normAutofit/>
          </a:bodyPr>
          <a:lstStyle>
            <a:lvl1pPr marL="0" indent="0" algn="l">
              <a:buNone/>
              <a:defRPr sz="2800" cap="all" baseline="0">
                <a:solidFill>
                  <a:schemeClr val="tx1"/>
                </a:solidFill>
              </a:defRPr>
            </a:lvl1pPr>
            <a:lvl2pPr marL="228600" indent="0" algn="l">
              <a:buNone/>
              <a:defRPr sz="2400" cap="all" baseline="0">
                <a:solidFill>
                  <a:schemeClr val="tx1"/>
                </a:solidFill>
              </a:defRPr>
            </a:lvl2pPr>
            <a:lvl3pPr marL="457200" indent="0" algn="l">
              <a:buNone/>
              <a:defRPr sz="2000" cap="all" baseline="0">
                <a:solidFill>
                  <a:schemeClr val="tx1"/>
                </a:solidFill>
              </a:defRPr>
            </a:lvl3pPr>
            <a:lvl4pPr marL="685800" indent="0" algn="l">
              <a:buNone/>
              <a:defRPr sz="1800" cap="all" baseline="0">
                <a:solidFill>
                  <a:schemeClr val="tx1"/>
                </a:solidFill>
              </a:defRPr>
            </a:lvl4pPr>
            <a:lvl5pPr marL="914400" indent="0" algn="l">
              <a:buNone/>
              <a:defRPr sz="160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77679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61689-212A-4C55-AD2C-A83E50F427D0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3613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60B29AE-EBEF-71CC-AE38-3B2CD14FCA19}"/>
              </a:ext>
            </a:extLst>
          </p:cNvPr>
          <p:cNvSpPr/>
          <p:nvPr userDrawn="1"/>
        </p:nvSpPr>
        <p:spPr>
          <a:xfrm rot="5400000" flipV="1">
            <a:off x="-2566724" y="2566724"/>
            <a:ext cx="6399213" cy="1265765"/>
          </a:xfrm>
          <a:custGeom>
            <a:avLst/>
            <a:gdLst>
              <a:gd name="connsiteX0" fmla="*/ 0 w 6399213"/>
              <a:gd name="connsiteY0" fmla="*/ 0 h 1265765"/>
              <a:gd name="connsiteX1" fmla="*/ 0 w 6399213"/>
              <a:gd name="connsiteY1" fmla="*/ 1265765 h 1265765"/>
              <a:gd name="connsiteX2" fmla="*/ 5982881 w 6399213"/>
              <a:gd name="connsiteY2" fmla="*/ 1265765 h 1265765"/>
              <a:gd name="connsiteX3" fmla="*/ 6399213 w 6399213"/>
              <a:gd name="connsiteY3" fmla="*/ 849433 h 1265765"/>
              <a:gd name="connsiteX4" fmla="*/ 6399213 w 6399213"/>
              <a:gd name="connsiteY4" fmla="*/ 0 h 1265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99213" h="1265765">
                <a:moveTo>
                  <a:pt x="0" y="0"/>
                </a:moveTo>
                <a:lnTo>
                  <a:pt x="0" y="1265765"/>
                </a:lnTo>
                <a:lnTo>
                  <a:pt x="5982881" y="1265765"/>
                </a:lnTo>
                <a:cubicBezTo>
                  <a:pt x="6212815" y="1265765"/>
                  <a:pt x="6399213" y="1079367"/>
                  <a:pt x="6399213" y="849433"/>
                </a:cubicBezTo>
                <a:lnTo>
                  <a:pt x="6399213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D9B44-7D28-47E6-9F0A-F47B33759971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798217" y="630935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14536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CEC059F-651D-D540-DF60-D6361D9C716B}"/>
              </a:ext>
            </a:extLst>
          </p:cNvPr>
          <p:cNvSpPr/>
          <p:nvPr userDrawn="1"/>
        </p:nvSpPr>
        <p:spPr>
          <a:xfrm flipV="1">
            <a:off x="1" y="6099048"/>
            <a:ext cx="10487111" cy="758952"/>
          </a:xfrm>
          <a:custGeom>
            <a:avLst/>
            <a:gdLst>
              <a:gd name="connsiteX0" fmla="*/ 0 w 10487111"/>
              <a:gd name="connsiteY0" fmla="*/ 758952 h 758952"/>
              <a:gd name="connsiteX1" fmla="*/ 10070779 w 10487111"/>
              <a:gd name="connsiteY1" fmla="*/ 758952 h 758952"/>
              <a:gd name="connsiteX2" fmla="*/ 10487111 w 10487111"/>
              <a:gd name="connsiteY2" fmla="*/ 342620 h 758952"/>
              <a:gd name="connsiteX3" fmla="*/ 10487111 w 10487111"/>
              <a:gd name="connsiteY3" fmla="*/ 0 h 758952"/>
              <a:gd name="connsiteX4" fmla="*/ 0 w 10487111"/>
              <a:gd name="connsiteY4" fmla="*/ 0 h 7589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487111" h="758952">
                <a:moveTo>
                  <a:pt x="0" y="758952"/>
                </a:moveTo>
                <a:lnTo>
                  <a:pt x="10070779" y="758952"/>
                </a:lnTo>
                <a:cubicBezTo>
                  <a:pt x="10300713" y="758952"/>
                  <a:pt x="10487111" y="572554"/>
                  <a:pt x="10487111" y="342620"/>
                </a:cubicBezTo>
                <a:lnTo>
                  <a:pt x="10487111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96D0C-097B-4988-9331-8881DF7CDB89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68312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20656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83464" y="1596767"/>
            <a:ext cx="9537192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6000" b="1"/>
            </a:lvl1pPr>
            <a:lvl2pPr marL="228600" indent="0">
              <a:lnSpc>
                <a:spcPct val="100000"/>
              </a:lnSpc>
              <a:buNone/>
              <a:defRPr sz="5400" b="1"/>
            </a:lvl2pPr>
            <a:lvl3pPr marL="457200" indent="0">
              <a:lnSpc>
                <a:spcPct val="100000"/>
              </a:lnSpc>
              <a:buNone/>
              <a:defRPr sz="4800" b="1"/>
            </a:lvl3pPr>
            <a:lvl4pPr marL="685800" indent="0">
              <a:lnSpc>
                <a:spcPct val="100000"/>
              </a:lnSpc>
              <a:buNone/>
              <a:defRPr sz="44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885976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1524002"/>
            <a:ext cx="9198864" cy="2871216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40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34A9A-2750-4623-9BD8-F6C697020276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5376672"/>
            <a:ext cx="9198864" cy="466344"/>
          </a:xfrm>
        </p:spPr>
        <p:txBody>
          <a:bodyPr>
            <a:normAutofit/>
          </a:bodyPr>
          <a:lstStyle>
            <a:lvl1pPr marL="0" indent="0">
              <a:buNone/>
              <a:defRPr sz="2200" b="1" cap="all" baseline="0">
                <a:solidFill>
                  <a:schemeClr val="accent1"/>
                </a:solidFill>
              </a:defRPr>
            </a:lvl1pPr>
            <a:lvl2pPr marL="228600" indent="0">
              <a:buNone/>
              <a:defRPr sz="2000" b="1" cap="all" baseline="0">
                <a:solidFill>
                  <a:schemeClr val="accent1"/>
                </a:solidFill>
              </a:defRPr>
            </a:lvl2pPr>
            <a:lvl3pPr marL="457200" indent="0">
              <a:buNone/>
              <a:defRPr sz="1800" b="1" cap="all" baseline="0">
                <a:solidFill>
                  <a:schemeClr val="accent1"/>
                </a:solidFill>
              </a:defRPr>
            </a:lvl3pPr>
            <a:lvl4pPr marL="685800" indent="0">
              <a:buNone/>
              <a:defRPr sz="1600" b="1" cap="all" baseline="0">
                <a:solidFill>
                  <a:schemeClr val="accent1"/>
                </a:solidFill>
              </a:defRPr>
            </a:lvl4pPr>
            <a:lvl5pPr marL="914400" indent="0">
              <a:buNone/>
              <a:defRPr sz="1400" b="1" cap="all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269020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19D41517-889E-CBB7-FD17-C5FECA783B2A}"/>
              </a:ext>
            </a:extLst>
          </p:cNvPr>
          <p:cNvSpPr/>
          <p:nvPr userDrawn="1"/>
        </p:nvSpPr>
        <p:spPr>
          <a:xfrm flipV="1">
            <a:off x="0" y="823828"/>
            <a:ext cx="11385608" cy="6034172"/>
          </a:xfrm>
          <a:custGeom>
            <a:avLst/>
            <a:gdLst>
              <a:gd name="connsiteX0" fmla="*/ 0 w 11385608"/>
              <a:gd name="connsiteY0" fmla="*/ 6034172 h 6034172"/>
              <a:gd name="connsiteX1" fmla="*/ 10969276 w 11385608"/>
              <a:gd name="connsiteY1" fmla="*/ 6034172 h 6034172"/>
              <a:gd name="connsiteX2" fmla="*/ 11385608 w 11385608"/>
              <a:gd name="connsiteY2" fmla="*/ 5617840 h 6034172"/>
              <a:gd name="connsiteX3" fmla="*/ 11385608 w 11385608"/>
              <a:gd name="connsiteY3" fmla="*/ 0 h 6034172"/>
              <a:gd name="connsiteX4" fmla="*/ 0 w 11385608"/>
              <a:gd name="connsiteY4" fmla="*/ 0 h 6034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85608" h="6034172">
                <a:moveTo>
                  <a:pt x="0" y="6034172"/>
                </a:moveTo>
                <a:lnTo>
                  <a:pt x="10969276" y="6034172"/>
                </a:lnTo>
                <a:cubicBezTo>
                  <a:pt x="11199210" y="6034172"/>
                  <a:pt x="11385608" y="5847774"/>
                  <a:pt x="11385608" y="5617840"/>
                </a:cubicBezTo>
                <a:lnTo>
                  <a:pt x="11385608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9768" y="1783080"/>
            <a:ext cx="8499079" cy="2249424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600" cap="none" baseline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2BEA7-1BD7-466C-9FE4-084C8EC3472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9124" y="6492240"/>
            <a:ext cx="2660904" cy="338328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21468" y="6492240"/>
            <a:ext cx="457200" cy="33832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5120640"/>
            <a:ext cx="5431536" cy="128930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b="1" cap="all" baseline="0" dirty="0"/>
            </a:lvl1pPr>
            <a:lvl2pPr marL="228600" indent="0">
              <a:buNone/>
              <a:defRPr lang="en-US" b="1" cap="all" baseline="0" dirty="0"/>
            </a:lvl2pPr>
            <a:lvl3pPr marL="457200" indent="0">
              <a:buNone/>
              <a:defRPr lang="en-US" b="1" cap="all" baseline="0" dirty="0"/>
            </a:lvl3pPr>
            <a:lvl4pPr marL="685800" indent="0">
              <a:buNone/>
              <a:defRPr lang="en-US" b="1" cap="all" baseline="0" dirty="0"/>
            </a:lvl4pPr>
            <a:lvl5pPr marL="914400" indent="0">
              <a:buNone/>
              <a:defRPr lang="en-US" b="1" cap="all" baseline="0" dirty="0"/>
            </a:lvl5pPr>
          </a:lstStyle>
          <a:p>
            <a:pPr lvl="0"/>
            <a:r>
              <a:rPr lang="en-US"/>
              <a:t>Quote Author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046691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36BD2-1276-4645-9FBA-9998723CC05B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6092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8430768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8430768" cy="18288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9F9D8F-2068-496E-BBC6-C8FE744C667E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8718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78C515B-8D5A-0268-9044-7B2013C87E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29767" y="2020825"/>
            <a:ext cx="5212208" cy="42847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C7061A-8ED7-8B72-BD2B-2DF67F8C7A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622" y="2020822"/>
            <a:ext cx="5212208" cy="428472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4DA27A-3F14-4175-8E3F-E94F1FBE9554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66400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211279F-0D05-3637-19CD-29468F4DD2F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1134"/>
            <a:ext cx="5211762" cy="4343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1B170DE-636A-B1A9-2EAB-C426DBFB3E5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3CB09-86E8-4467-93BF-C8AD813B1CB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34677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713996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FA23F0E6-EDAF-3A7F-5EC8-F911E9AE48E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02843" y="0"/>
            <a:ext cx="7689157" cy="6399152"/>
          </a:xfrm>
          <a:custGeom>
            <a:avLst/>
            <a:gdLst>
              <a:gd name="connsiteX0" fmla="*/ 0 w 7689157"/>
              <a:gd name="connsiteY0" fmla="*/ 0 h 6399152"/>
              <a:gd name="connsiteX1" fmla="*/ 7689157 w 7689157"/>
              <a:gd name="connsiteY1" fmla="*/ 0 h 6399152"/>
              <a:gd name="connsiteX2" fmla="*/ 7689157 w 7689157"/>
              <a:gd name="connsiteY2" fmla="*/ 6399152 h 6399152"/>
              <a:gd name="connsiteX3" fmla="*/ 578440 w 7689157"/>
              <a:gd name="connsiteY3" fmla="*/ 6399152 h 6399152"/>
              <a:gd name="connsiteX4" fmla="*/ 0 w 7689157"/>
              <a:gd name="connsiteY4" fmla="*/ 5820712 h 6399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399152">
                <a:moveTo>
                  <a:pt x="0" y="0"/>
                </a:moveTo>
                <a:lnTo>
                  <a:pt x="7689157" y="0"/>
                </a:lnTo>
                <a:lnTo>
                  <a:pt x="7689157" y="6399152"/>
                </a:lnTo>
                <a:lnTo>
                  <a:pt x="578440" y="6399152"/>
                </a:lnTo>
                <a:cubicBezTo>
                  <a:pt x="258976" y="6399152"/>
                  <a:pt x="0" y="6140176"/>
                  <a:pt x="0" y="5820712"/>
                </a:cubicBezTo>
                <a:close/>
              </a:path>
            </a:pathLst>
          </a:cu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A049B-C345-4C9D-A29E-0E39496BD178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146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F520C35D-1675-4133-A710-2F97F53C54F7}" type="datetime1">
              <a:rPr lang="en-US" smtClean="0"/>
              <a:t>4/13/2026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84C450F2-3BB4-4AE4-8A35-A9D7AEA4C85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407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  <p:sldLayoutId id="2147483696" r:id="rId13"/>
    <p:sldLayoutId id="2147483697" r:id="rId14"/>
    <p:sldLayoutId id="2147483698" r:id="rId15"/>
    <p:sldLayoutId id="2147483699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  <p:sldLayoutId id="2147483712" r:id="rId28"/>
    <p:sldLayoutId id="2147483713" r:id="rId29"/>
    <p:sldLayoutId id="2147483714" r:id="rId30"/>
    <p:sldLayoutId id="2147483715" r:id="rId31"/>
    <p:sldLayoutId id="2147483716" r:id="rId32"/>
    <p:sldLayoutId id="2147483717" r:id="rId33"/>
    <p:sldLayoutId id="2147483718" r:id="rId34"/>
    <p:sldLayoutId id="2147483719" r:id="rId35"/>
    <p:sldLayoutId id="2147483720" r:id="rId36"/>
    <p:sldLayoutId id="2147483721" r:id="rId37"/>
    <p:sldLayoutId id="2147483722" r:id="rId38"/>
    <p:sldLayoutId id="2147483723" r:id="rId39"/>
    <p:sldLayoutId id="2147483724" r:id="rId40"/>
    <p:sldLayoutId id="2147483725" r:id="rId41"/>
    <p:sldLayoutId id="2147483726" r:id="rId42"/>
    <p:sldLayoutId id="2147483727" r:id="rId43"/>
    <p:sldLayoutId id="2147483728" r:id="rId44"/>
    <p:sldLayoutId id="2147483729" r:id="rId45"/>
    <p:sldLayoutId id="2147483730" r:id="rId46"/>
    <p:sldLayoutId id="2147483731" r:id="rId47"/>
    <p:sldLayoutId id="2147483732" r:id="rId48"/>
    <p:sldLayoutId id="2147483733" r:id="rId49"/>
    <p:sldLayoutId id="2147483734" r:id="rId50"/>
    <p:sldLayoutId id="2147483735" r:id="rId51"/>
    <p:sldLayoutId id="2147483736" r:id="rId52"/>
    <p:sldLayoutId id="2147483737" r:id="rId53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38E9-D21E-DE68-38AC-F56AEA15B3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2-d </a:t>
            </a:r>
            <a:r>
              <a:rPr lang="en-US" dirty="0" err="1"/>
              <a:t>korea</a:t>
            </a:r>
            <a:r>
              <a:rPr lang="en-US" dirty="0"/>
              <a:t> map</a:t>
            </a:r>
            <a:br>
              <a:rPr lang="en-US" dirty="0"/>
            </a:br>
            <a:r>
              <a:rPr lang="en-US" dirty="0"/>
              <a:t>Screen design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4D864-A6BD-C75F-9B88-BAB58775AB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Mireia Carvajal Librado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FD752-3D27-EFDB-B357-C3D4FBA3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614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49D1C-DA68-1367-2688-824F791C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detail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CF089-E2AA-B8D6-3446-E17A9104F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50F2-3BB4-4AE4-8A35-A9D7AEA4C850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29966D-23BF-F9CD-F51D-63B68C710BFA}"/>
              </a:ext>
            </a:extLst>
          </p:cNvPr>
          <p:cNvSpPr/>
          <p:nvPr/>
        </p:nvSpPr>
        <p:spPr>
          <a:xfrm>
            <a:off x="2190751" y="2009920"/>
            <a:ext cx="7715440" cy="448306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731113-64F0-9A77-72B3-FD93E151AC66}"/>
              </a:ext>
            </a:extLst>
          </p:cNvPr>
          <p:cNvSpPr/>
          <p:nvPr/>
        </p:nvSpPr>
        <p:spPr>
          <a:xfrm>
            <a:off x="2411421" y="2163174"/>
            <a:ext cx="1638633" cy="175641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Layers Control Panel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8AB02-7A8F-25DB-5AD5-B910A278AB57}"/>
              </a:ext>
            </a:extLst>
          </p:cNvPr>
          <p:cNvSpPr/>
          <p:nvPr/>
        </p:nvSpPr>
        <p:spPr>
          <a:xfrm>
            <a:off x="2411420" y="5743942"/>
            <a:ext cx="1638633" cy="59515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Information display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81CB2E-02D0-5CE3-787D-C5D51B58B18D}"/>
              </a:ext>
            </a:extLst>
          </p:cNvPr>
          <p:cNvSpPr/>
          <p:nvPr/>
        </p:nvSpPr>
        <p:spPr>
          <a:xfrm>
            <a:off x="8040696" y="2163174"/>
            <a:ext cx="1638633" cy="175641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sz="1600" dirty="0"/>
              <a:t>Legend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A1F6974-40AB-E813-704F-F767FB7B782F}"/>
              </a:ext>
            </a:extLst>
          </p:cNvPr>
          <p:cNvSpPr txBox="1">
            <a:spLocks/>
          </p:cNvSpPr>
          <p:nvPr/>
        </p:nvSpPr>
        <p:spPr>
          <a:xfrm>
            <a:off x="280383" y="5663927"/>
            <a:ext cx="1576992" cy="7551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ym typeface="Wingdings" panose="05000000000000000000" pitchFamily="2" charset="2"/>
              </a:rPr>
              <a:t>Shows height or building information of the point clicked on the map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6663F53-1B8E-85FD-2F75-69559EE9FFF0}"/>
              </a:ext>
            </a:extLst>
          </p:cNvPr>
          <p:cNvCxnSpPr>
            <a:cxnSpLocks/>
          </p:cNvCxnSpPr>
          <p:nvPr/>
        </p:nvCxnSpPr>
        <p:spPr>
          <a:xfrm flipH="1">
            <a:off x="1685925" y="6041520"/>
            <a:ext cx="734302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8667D2C4-E384-F437-3E85-91CD1420B4DC}"/>
              </a:ext>
            </a:extLst>
          </p:cNvPr>
          <p:cNvSpPr/>
          <p:nvPr/>
        </p:nvSpPr>
        <p:spPr>
          <a:xfrm>
            <a:off x="2512671" y="2780634"/>
            <a:ext cx="119634" cy="148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4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96FC6A0-3BC2-9AA7-A299-DE5144716743}"/>
              </a:ext>
            </a:extLst>
          </p:cNvPr>
          <p:cNvSpPr/>
          <p:nvPr/>
        </p:nvSpPr>
        <p:spPr>
          <a:xfrm>
            <a:off x="2512671" y="3021897"/>
            <a:ext cx="119634" cy="148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4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6915470-4755-4808-2602-F8775F489B9F}"/>
              </a:ext>
            </a:extLst>
          </p:cNvPr>
          <p:cNvSpPr/>
          <p:nvPr/>
        </p:nvSpPr>
        <p:spPr>
          <a:xfrm>
            <a:off x="2512671" y="3280986"/>
            <a:ext cx="119634" cy="1480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US" sz="14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DE9CE3-F0A4-25E9-68B0-E3481A844CFE}"/>
              </a:ext>
            </a:extLst>
          </p:cNvPr>
          <p:cNvSpPr txBox="1"/>
          <p:nvPr/>
        </p:nvSpPr>
        <p:spPr>
          <a:xfrm>
            <a:off x="2572488" y="2713663"/>
            <a:ext cx="9557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Layer name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C0E6DDB-5C8D-3128-BF5B-AF66494D2A45}"/>
              </a:ext>
            </a:extLst>
          </p:cNvPr>
          <p:cNvSpPr txBox="1"/>
          <p:nvPr/>
        </p:nvSpPr>
        <p:spPr>
          <a:xfrm>
            <a:off x="2572488" y="2961002"/>
            <a:ext cx="9557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Layer name 2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CA6E966-727F-335B-88ED-395973B44A05}"/>
              </a:ext>
            </a:extLst>
          </p:cNvPr>
          <p:cNvSpPr txBox="1"/>
          <p:nvPr/>
        </p:nvSpPr>
        <p:spPr>
          <a:xfrm>
            <a:off x="2572488" y="3224188"/>
            <a:ext cx="95571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Layer name 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0D681A7-EAD9-FF0C-FE31-D597C0859678}"/>
              </a:ext>
            </a:extLst>
          </p:cNvPr>
          <p:cNvSpPr txBox="1"/>
          <p:nvPr/>
        </p:nvSpPr>
        <p:spPr>
          <a:xfrm>
            <a:off x="2942781" y="3320209"/>
            <a:ext cx="215123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.</a:t>
            </a:r>
          </a:p>
          <a:p>
            <a:r>
              <a:rPr lang="en-US" sz="1100" dirty="0"/>
              <a:t>.</a:t>
            </a:r>
          </a:p>
          <a:p>
            <a:r>
              <a:rPr lang="en-US" sz="1100" dirty="0"/>
              <a:t>.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59F1873-44D0-0EE3-89E0-E806B607A4BA}"/>
              </a:ext>
            </a:extLst>
          </p:cNvPr>
          <p:cNvSpPr/>
          <p:nvPr/>
        </p:nvSpPr>
        <p:spPr>
          <a:xfrm>
            <a:off x="3497896" y="2821608"/>
            <a:ext cx="443726" cy="45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83E4EC0-1F77-86B4-D94E-951692F762FD}"/>
              </a:ext>
            </a:extLst>
          </p:cNvPr>
          <p:cNvSpPr/>
          <p:nvPr/>
        </p:nvSpPr>
        <p:spPr>
          <a:xfrm>
            <a:off x="3497896" y="3068300"/>
            <a:ext cx="443726" cy="45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CE9A16-F185-9CFF-6BB2-08DAA13FC76A}"/>
              </a:ext>
            </a:extLst>
          </p:cNvPr>
          <p:cNvSpPr/>
          <p:nvPr/>
        </p:nvSpPr>
        <p:spPr>
          <a:xfrm>
            <a:off x="3497896" y="3314992"/>
            <a:ext cx="443726" cy="457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AAB3367-A62E-46FD-43F2-07B9343F1179}"/>
              </a:ext>
            </a:extLst>
          </p:cNvPr>
          <p:cNvSpPr/>
          <p:nvPr/>
        </p:nvSpPr>
        <p:spPr>
          <a:xfrm>
            <a:off x="3508480" y="2821608"/>
            <a:ext cx="211279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A4911EBF-7C90-DE2B-06A4-F7B5453145D7}"/>
              </a:ext>
            </a:extLst>
          </p:cNvPr>
          <p:cNvSpPr/>
          <p:nvPr/>
        </p:nvSpPr>
        <p:spPr>
          <a:xfrm>
            <a:off x="3680460" y="2799831"/>
            <a:ext cx="99766" cy="866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AD710486-6E42-388C-9105-982610186706}"/>
              </a:ext>
            </a:extLst>
          </p:cNvPr>
          <p:cNvSpPr txBox="1">
            <a:spLocks/>
          </p:cNvSpPr>
          <p:nvPr/>
        </p:nvSpPr>
        <p:spPr>
          <a:xfrm>
            <a:off x="380248" y="2977745"/>
            <a:ext cx="1576992" cy="7551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ym typeface="Wingdings" panose="05000000000000000000" pitchFamily="2" charset="2"/>
              </a:rPr>
              <a:t>Make the layer visible</a:t>
            </a:r>
          </a:p>
        </p:txBody>
      </p:sp>
      <p:sp>
        <p:nvSpPr>
          <p:cNvPr id="43" name="Content Placeholder 2">
            <a:extLst>
              <a:ext uri="{FF2B5EF4-FFF2-40B4-BE49-F238E27FC236}">
                <a16:creationId xmlns:a16="http://schemas.microsoft.com/office/drawing/2014/main" id="{EEA4EDBA-5BA5-C177-D75D-0793F719370F}"/>
              </a:ext>
            </a:extLst>
          </p:cNvPr>
          <p:cNvSpPr txBox="1">
            <a:spLocks/>
          </p:cNvSpPr>
          <p:nvPr/>
        </p:nvSpPr>
        <p:spPr>
          <a:xfrm>
            <a:off x="2420227" y="2965748"/>
            <a:ext cx="316636" cy="27159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ym typeface="Wingdings" panose="05000000000000000000" pitchFamily="2" charset="2"/>
              </a:rPr>
              <a:t>X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8616A69-013A-73D7-DF87-A10B2973BC7E}"/>
              </a:ext>
            </a:extLst>
          </p:cNvPr>
          <p:cNvCxnSpPr>
            <a:cxnSpLocks/>
          </p:cNvCxnSpPr>
          <p:nvPr/>
        </p:nvCxnSpPr>
        <p:spPr>
          <a:xfrm flipH="1">
            <a:off x="1913728" y="3114019"/>
            <a:ext cx="554045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3B545779-C366-E8F4-558A-A63BB9A13B88}"/>
              </a:ext>
            </a:extLst>
          </p:cNvPr>
          <p:cNvSpPr txBox="1">
            <a:spLocks/>
          </p:cNvSpPr>
          <p:nvPr/>
        </p:nvSpPr>
        <p:spPr>
          <a:xfrm>
            <a:off x="4468383" y="2690706"/>
            <a:ext cx="1576992" cy="7551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ym typeface="Wingdings" panose="05000000000000000000" pitchFamily="2" charset="2"/>
              </a:rPr>
              <a:t>Adjust transparency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73710B7-4BDD-7983-F4BF-3052F7B31140}"/>
              </a:ext>
            </a:extLst>
          </p:cNvPr>
          <p:cNvCxnSpPr>
            <a:cxnSpLocks/>
          </p:cNvCxnSpPr>
          <p:nvPr/>
        </p:nvCxnSpPr>
        <p:spPr>
          <a:xfrm>
            <a:off x="3941622" y="2843177"/>
            <a:ext cx="551119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EEA27EA0-53A3-58C2-EF1A-A9810D510B07}"/>
              </a:ext>
            </a:extLst>
          </p:cNvPr>
          <p:cNvSpPr txBox="1">
            <a:spLocks/>
          </p:cNvSpPr>
          <p:nvPr/>
        </p:nvSpPr>
        <p:spPr>
          <a:xfrm>
            <a:off x="8071515" y="2597679"/>
            <a:ext cx="1638633" cy="75518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ym typeface="Wingdings" panose="05000000000000000000" pitchFamily="2" charset="2"/>
              </a:rPr>
              <a:t>Show only visible layers</a:t>
            </a:r>
          </a:p>
        </p:txBody>
      </p:sp>
    </p:spTree>
    <p:extLst>
      <p:ext uri="{BB962C8B-B14F-4D97-AF65-F5344CB8AC3E}">
        <p14:creationId xmlns:p14="http://schemas.microsoft.com/office/powerpoint/2010/main" val="418451654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6282DC-5D67-4C19-9A05-C65D9BF7BC7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2135656-72CC-4564-823F-B30D029964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3667383-B7F3-43FC-8965-135FDDEABCC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3547</TotalTime>
  <Words>56</Words>
  <Application>Microsoft Office PowerPoint</Application>
  <PresentationFormat>Widescreen</PresentationFormat>
  <Paragraphs>21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Gill Sans MT</vt:lpstr>
      <vt:lpstr>Neue Haas Grotesk Text Pro</vt:lpstr>
      <vt:lpstr>Wingdings</vt:lpstr>
      <vt:lpstr>Wingdings 2</vt:lpstr>
      <vt:lpstr>Dividend</vt:lpstr>
      <vt:lpstr>2-d korea map Screen design</vt:lpstr>
      <vt:lpstr>WEB detail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Carvajal Librado Mireia</dc:creator>
  <cp:lastModifiedBy>Carvajal Librado Mireia</cp:lastModifiedBy>
  <cp:revision>7</cp:revision>
  <dcterms:created xsi:type="dcterms:W3CDTF">2026-03-16T06:33:40Z</dcterms:created>
  <dcterms:modified xsi:type="dcterms:W3CDTF">2026-04-12T23:27:59Z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